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F548"/>
    <a:srgbClr val="2D2D2D"/>
    <a:srgbClr val="2124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>
        <p:scale>
          <a:sx n="100" d="100"/>
          <a:sy n="100" d="100"/>
        </p:scale>
        <p:origin x="96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BCCEE-E9E4-430D-A33C-D38A565E080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37C49-6008-48F7-A089-B343497BA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17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37C49-6008-48F7-A089-B343497BA0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48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B41C-DDF3-789C-4F70-E5AEA980C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4565A-EB24-A010-6AAC-520A1E165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9CF0F-140C-BED4-D2FF-757C430E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59014-EDC0-9767-CE12-F9FC4CBA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17091-A7FC-FC9D-FF95-8BABCD625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93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B13B-DD57-F9BA-B3CA-5671FE40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F4E5A-F347-B49C-D5DB-C1135FF94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1F7F0-A242-E2FD-54E5-C27B767E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CCA0E-38F4-8CF8-52D3-8A65D84C8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0994-6E5F-0C93-5B5B-71BC23B1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58F1-2F95-1CDC-643C-5B5C46DE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3B450-A9DD-B52D-62C2-5DFB44E04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8C806-681A-0C23-F56D-BF788D2A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4AF1F-8C63-79ED-B24E-986B64A8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FAA6D-6850-6593-9ED5-5F2DD82E2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8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E7D6-F4D9-CFE2-3B35-8F341070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0B84-A96D-2F45-DBB8-D39B448CA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A0011-7CF4-6DB4-C055-8182FB128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194AF-1CD3-52CF-1753-9F8A2A92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3E6A4-51BC-95ED-B930-B50B5B4C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B8336-8815-564C-AEA6-73CBA293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6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7DB4-7447-5808-A57C-F76EFA55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F2DB0-D4A8-D9B8-4E44-16D5B4854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088EC-EA3C-EAC5-E06C-3CBA08FB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F6486-B892-62AF-D250-6F7143CF6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84606-EF46-052B-9BE8-F3F8C1E51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6AFD8-9F58-820C-6525-61135CC2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67B82-2364-9A24-7752-A00CB246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E5829-ABBB-721A-EABC-3DB32116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1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3E26-D7E1-B779-D39C-207FBC24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5EAB3-8A1E-8C6E-1CEB-024A4706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9A2C1-E5BB-C6CB-3CCA-ECD701CC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C3D35-A91D-1177-9ECA-3F9D9AC2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8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6E489D-1D5C-713A-7142-D73853C4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448DB-E9CD-146C-B849-C513266B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3D001-801F-8E03-04A6-072325B3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8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F0F8-FD9A-9B98-63DF-77490EB0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9A3A-475F-06A6-95D4-BE87FD5A7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C8560-CF62-56FB-7323-B5F822A14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BEB6C-4F58-F1EA-23EB-65BF8041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A78C8-EC80-A4C9-D242-2636CBA9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F1C67-CFBB-4236-3590-CAD1EEFA2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6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2B69-2853-7606-0B54-878E6889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DA434-1982-5D13-BDE8-C53384709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600A0-925F-AD5A-CAEF-B27B72564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5BF8A-5BCB-74A9-A6FA-F2DBB659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57D7F-55E8-E1BB-6D7C-C170E711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B1FAD-D84D-8FF9-9AF3-A736D94FC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1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44CC-605A-C37B-8491-F62A9880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1303E-398E-F73E-AA1D-C25B6F5C0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BEBAE-EC06-D53F-11C6-B6C249F5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7960C-A62C-1C30-2AE9-FBA24873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6AA2-B22C-8B2B-04E6-42E8392B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1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A673A-40F3-CAA3-1F8A-6F3C0DEC7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75CEF-1D01-4F66-ABA7-C1F47277C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0FC20-1B0A-7C8D-717C-9044C985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7ACD4-6705-B15A-152F-7AE7E5C7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0E451-0FA1-77A2-8387-5F17157F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1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32E93-0ED5-F29C-503D-3CD27822C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08BDE-A677-FB7F-66C7-F727E26DF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472D-D57C-777C-FAED-57F519FA8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911CE-5599-42D4-8648-2B1574F1675C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3BF97-C8E2-DE4D-A90D-B8CA459B4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F4410-81AE-BCCA-177F-D489A4E67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8EFCD-7737-4D9C-93EA-E035587ED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1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79373A-A2A3-D637-FE93-6C0773E74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3999" cy="6858000"/>
          </a:xfrm>
          <a:prstGeom prst="rect">
            <a:avLst/>
          </a:prstGeom>
          <a:solidFill>
            <a:srgbClr val="DDF548"/>
          </a:solidFill>
          <a:ln>
            <a:solidFill>
              <a:srgbClr val="212411"/>
            </a:solidFill>
          </a:ln>
        </p:spPr>
      </p:pic>
    </p:spTree>
    <p:extLst>
      <p:ext uri="{BB962C8B-B14F-4D97-AF65-F5344CB8AC3E}">
        <p14:creationId xmlns:p14="http://schemas.microsoft.com/office/powerpoint/2010/main" val="3904307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5894B34-B400-4ADE-C168-34822A71E663}"/>
              </a:ext>
            </a:extLst>
          </p:cNvPr>
          <p:cNvGrpSpPr/>
          <p:nvPr/>
        </p:nvGrpSpPr>
        <p:grpSpPr>
          <a:xfrm>
            <a:off x="1546067" y="0"/>
            <a:ext cx="9144000" cy="6858000"/>
            <a:chOff x="1546067" y="0"/>
            <a:chExt cx="91440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66035C-A55C-06D6-D005-3C0FAE4BB92C}"/>
                </a:ext>
              </a:extLst>
            </p:cNvPr>
            <p:cNvGrpSpPr/>
            <p:nvPr/>
          </p:nvGrpSpPr>
          <p:grpSpPr>
            <a:xfrm>
              <a:off x="1546067" y="0"/>
              <a:ext cx="9144000" cy="6858000"/>
              <a:chOff x="1546067" y="0"/>
              <a:chExt cx="9144000" cy="685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4138554-45F4-C020-F30E-247F0E359A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53906" y1="49089" x2="53223" y2="51693"/>
                            <a14:foregroundMark x1="49902" y1="49349" x2="49902" y2="49349"/>
                            <a14:backgroundMark x1="50781" y1="50391" x2="50684" y2="51953"/>
                            <a14:backgroundMark x1="51221" y1="49349" x2="52930" y2="43880"/>
                            <a14:backgroundMark x1="50977" y1="50130" x2="51221" y2="49349"/>
                            <a14:backgroundMark x1="53125" y1="43490" x2="53320" y2="42969"/>
                            <a14:backgroundMark x1="48438" y1="49349" x2="48340" y2="50260"/>
                            <a14:backgroundMark x1="48535" y1="48438" x2="48438" y2="49349"/>
                            <a14:backgroundMark x1="48340" y1="50260" x2="48340" y2="50911"/>
                            <a14:backgroundMark x1="53418" y1="42969" x2="53516" y2="42448"/>
                            <a14:backgroundMark x1="55957" y1="40104" x2="55957" y2="40104"/>
                            <a14:backgroundMark x1="55859" y1="39583" x2="55859" y2="39583"/>
                            <a14:backgroundMark x1="57617" y1="39193" x2="57617" y2="39193"/>
                            <a14:backgroundMark x1="59082" y1="43359" x2="59082" y2="43359"/>
                            <a14:backgroundMark x1="49707" y1="48307" x2="49707" y2="48307"/>
                            <a14:backgroundMark x1="58789" y1="33724" x2="58789" y2="33724"/>
                            <a14:backgroundMark x1="56934" y1="36068" x2="56934" y2="36068"/>
                            <a14:backgroundMark x1="56836" y1="35286" x2="56836" y2="35286"/>
                            <a14:backgroundMark x1="57324" y1="35286" x2="57324" y2="35286"/>
                            <a14:backgroundMark x1="57617" y1="36328" x2="57617" y2="36328"/>
                            <a14:backgroundMark x1="56543" y1="33854" x2="56543" y2="33854"/>
                            <a14:backgroundMark x1="55371" y1="32031" x2="55371" y2="32031"/>
                            <a14:backgroundMark x1="53711" y1="42057" x2="53711" y2="42057"/>
                            <a14:backgroundMark x1="49609" y1="48568" x2="49609" y2="48568"/>
                            <a14:backgroundMark x1="49512" y1="49089" x2="49512" y2="49089"/>
                            <a14:backgroundMark x1="49512" y1="49609" x2="49512" y2="49609"/>
                            <a14:backgroundMark x1="49414" y1="50000" x2="49414" y2="500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6067" y="0"/>
                <a:ext cx="9143999" cy="6858000"/>
              </a:xfrm>
              <a:prstGeom prst="rect">
                <a:avLst/>
              </a:prstGeom>
              <a:solidFill>
                <a:srgbClr val="212411"/>
              </a:solidFill>
              <a:ln>
                <a:solidFill>
                  <a:srgbClr val="212411"/>
                </a:solidFill>
              </a:ln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E90E26-0CD7-CC91-2306-4D119789E184}"/>
                  </a:ext>
                </a:extLst>
              </p:cNvPr>
              <p:cNvSpPr txBox="1"/>
              <p:nvPr/>
            </p:nvSpPr>
            <p:spPr>
              <a:xfrm>
                <a:off x="1673352" y="64008"/>
                <a:ext cx="3349828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DDF548"/>
                    </a:solidFill>
                  </a:rPr>
                  <a:t>Bikes Store </a:t>
                </a:r>
              </a:p>
              <a:p>
                <a:r>
                  <a:rPr lang="en-US" dirty="0">
                    <a:solidFill>
                      <a:srgbClr val="DDF548"/>
                    </a:solidFill>
                  </a:rPr>
                  <a:t>Business performance overview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CAE742-8ADF-296A-FCAE-3146C3E1B0BB}"/>
                  </a:ext>
                </a:extLst>
              </p:cNvPr>
              <p:cNvSpPr txBox="1"/>
              <p:nvPr/>
            </p:nvSpPr>
            <p:spPr>
              <a:xfrm>
                <a:off x="9557160" y="1579912"/>
                <a:ext cx="8084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DDF548"/>
                    </a:solidFill>
                  </a:rPr>
                  <a:t>Pages</a:t>
                </a: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881D4E4-EF99-7930-512C-C1D18D41D253}"/>
                  </a:ext>
                </a:extLst>
              </p:cNvPr>
              <p:cNvSpPr/>
              <p:nvPr/>
            </p:nvSpPr>
            <p:spPr>
              <a:xfrm>
                <a:off x="9272017" y="1949244"/>
                <a:ext cx="1373916" cy="4908756"/>
              </a:xfrm>
              <a:prstGeom prst="roundRect">
                <a:avLst/>
              </a:prstGeom>
              <a:solidFill>
                <a:srgbClr val="2D2D2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DDF548"/>
                  </a:solidFill>
                  <a:highlight>
                    <a:srgbClr val="212411"/>
                  </a:highlight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7C7258ED-8BB0-1280-E087-D4971C54468B}"/>
                  </a:ext>
                </a:extLst>
              </p:cNvPr>
              <p:cNvSpPr/>
              <p:nvPr/>
            </p:nvSpPr>
            <p:spPr>
              <a:xfrm>
                <a:off x="1673352" y="974622"/>
                <a:ext cx="1373916" cy="1492472"/>
              </a:xfrm>
              <a:prstGeom prst="roundRect">
                <a:avLst/>
              </a:prstGeom>
              <a:solidFill>
                <a:srgbClr val="2D2D2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DDF548"/>
                  </a:solidFill>
                  <a:highlight>
                    <a:srgbClr val="212411"/>
                  </a:highlight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CD1AD11-2047-F35D-DE00-1C260ED2D806}"/>
                  </a:ext>
                </a:extLst>
              </p:cNvPr>
              <p:cNvSpPr/>
              <p:nvPr/>
            </p:nvSpPr>
            <p:spPr>
              <a:xfrm>
                <a:off x="3206802" y="974622"/>
                <a:ext cx="1373916" cy="1492472"/>
              </a:xfrm>
              <a:prstGeom prst="roundRect">
                <a:avLst/>
              </a:prstGeom>
              <a:solidFill>
                <a:srgbClr val="2D2D2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DDF548"/>
                  </a:solidFill>
                  <a:highlight>
                    <a:srgbClr val="212411"/>
                  </a:highlight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9CD874B-CA59-F840-D0AF-56330B585E30}"/>
                  </a:ext>
                </a:extLst>
              </p:cNvPr>
              <p:cNvSpPr/>
              <p:nvPr/>
            </p:nvSpPr>
            <p:spPr>
              <a:xfrm>
                <a:off x="1673352" y="2577489"/>
                <a:ext cx="1373916" cy="1492472"/>
              </a:xfrm>
              <a:prstGeom prst="roundRect">
                <a:avLst/>
              </a:prstGeom>
              <a:solidFill>
                <a:srgbClr val="2D2D2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DDF548"/>
                  </a:solidFill>
                  <a:highlight>
                    <a:srgbClr val="212411"/>
                  </a:highlight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C589221-125D-4149-B9D2-2E3BA13168FC}"/>
                  </a:ext>
                </a:extLst>
              </p:cNvPr>
              <p:cNvSpPr/>
              <p:nvPr/>
            </p:nvSpPr>
            <p:spPr>
              <a:xfrm>
                <a:off x="1673352" y="4180356"/>
                <a:ext cx="1373916" cy="1492472"/>
              </a:xfrm>
              <a:prstGeom prst="roundRect">
                <a:avLst/>
              </a:prstGeom>
              <a:solidFill>
                <a:srgbClr val="2D2D2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DDF548"/>
                  </a:solidFill>
                  <a:highlight>
                    <a:srgbClr val="212411"/>
                  </a:highlight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914D692C-0279-75B4-C895-13A04B71ABDA}"/>
                  </a:ext>
                </a:extLst>
              </p:cNvPr>
              <p:cNvSpPr/>
              <p:nvPr/>
            </p:nvSpPr>
            <p:spPr>
              <a:xfrm>
                <a:off x="3206802" y="2577489"/>
                <a:ext cx="1373916" cy="1492472"/>
              </a:xfrm>
              <a:prstGeom prst="roundRect">
                <a:avLst/>
              </a:prstGeom>
              <a:solidFill>
                <a:srgbClr val="2D2D2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DDF548"/>
                  </a:solidFill>
                  <a:highlight>
                    <a:srgbClr val="212411"/>
                  </a:highlight>
                </a:endParaRP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C9F44847-4C6E-638C-B271-9EE9F276594A}"/>
                  </a:ext>
                </a:extLst>
              </p:cNvPr>
              <p:cNvSpPr/>
              <p:nvPr/>
            </p:nvSpPr>
            <p:spPr>
              <a:xfrm>
                <a:off x="3206802" y="4180356"/>
                <a:ext cx="1373916" cy="1492472"/>
              </a:xfrm>
              <a:prstGeom prst="roundRect">
                <a:avLst/>
              </a:prstGeom>
              <a:solidFill>
                <a:srgbClr val="2D2D2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DDF548"/>
                  </a:solidFill>
                  <a:highlight>
                    <a:srgbClr val="212411"/>
                  </a:highlight>
                </a:endParaRPr>
              </a:p>
            </p:txBody>
          </p:sp>
          <p:pic>
            <p:nvPicPr>
              <p:cNvPr id="18" name="Picture 17" descr="A person in black shirt&#10;&#10;AI-generated content may be incorrect.">
                <a:extLst>
                  <a:ext uri="{FF2B5EF4-FFF2-40B4-BE49-F238E27FC236}">
                    <a16:creationId xmlns:a16="http://schemas.microsoft.com/office/drawing/2014/main" id="{42B0BD16-6B9F-241F-410C-20C485E1C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57161" y="14501"/>
                <a:ext cx="1132906" cy="1553007"/>
              </a:xfrm>
              <a:prstGeom prst="rect">
                <a:avLst/>
              </a:prstGeom>
            </p:spPr>
          </p:pic>
          <p:cxnSp>
            <p:nvCxnSpPr>
              <p:cNvPr id="20" name="Connector: Curved 19">
                <a:extLst>
                  <a:ext uri="{FF2B5EF4-FFF2-40B4-BE49-F238E27FC236}">
                    <a16:creationId xmlns:a16="http://schemas.microsoft.com/office/drawing/2014/main" id="{51D277EE-5B17-9BAC-08F6-A989DBB95D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0653" y="233851"/>
                <a:ext cx="971547" cy="388153"/>
              </a:xfrm>
              <a:prstGeom prst="curvedConnector3">
                <a:avLst>
                  <a:gd name="adj1" fmla="val 50000"/>
                </a:avLst>
              </a:prstGeom>
              <a:ln w="19050" cap="flat" cmpd="sng" algn="ctr">
                <a:solidFill>
                  <a:srgbClr val="DDF548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7" name="Thought Bubble: Cloud 26">
                <a:extLst>
                  <a:ext uri="{FF2B5EF4-FFF2-40B4-BE49-F238E27FC236}">
                    <a16:creationId xmlns:a16="http://schemas.microsoft.com/office/drawing/2014/main" id="{89679D14-1D6A-1B6F-37D7-0C94312FB0B6}"/>
                  </a:ext>
                </a:extLst>
              </p:cNvPr>
              <p:cNvSpPr/>
              <p:nvPr/>
            </p:nvSpPr>
            <p:spPr>
              <a:xfrm>
                <a:off x="7829550" y="0"/>
                <a:ext cx="1214439" cy="609600"/>
              </a:xfrm>
              <a:prstGeom prst="cloudCallou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solidFill>
                  <a:srgbClr val="DDF54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rgbClr val="DDF548"/>
                    </a:solidFill>
                  </a:rPr>
                  <a:t>Hi, I am Salah</a:t>
                </a:r>
              </a:p>
            </p:txBody>
          </p:sp>
        </p:grpSp>
        <p:pic>
          <p:nvPicPr>
            <p:cNvPr id="33" name="Picture 32" descr="A blue square with white letters&#10;&#10;AI-generated content may be incorrect.">
              <a:extLst>
                <a:ext uri="{FF2B5EF4-FFF2-40B4-BE49-F238E27FC236}">
                  <a16:creationId xmlns:a16="http://schemas.microsoft.com/office/drawing/2014/main" id="{E229F9D1-41FB-3A11-3086-CDE68684B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6080" y="6336792"/>
              <a:ext cx="457200" cy="457200"/>
            </a:xfrm>
            <a:prstGeom prst="rect">
              <a:avLst/>
            </a:prstGeom>
          </p:spPr>
        </p:pic>
        <p:pic>
          <p:nvPicPr>
            <p:cNvPr id="35" name="Picture 34" descr="A logo of a cat&#10;&#10;AI-generated content may be incorrect.">
              <a:extLst>
                <a:ext uri="{FF2B5EF4-FFF2-40B4-BE49-F238E27FC236}">
                  <a16:creationId xmlns:a16="http://schemas.microsoft.com/office/drawing/2014/main" id="{2C39DB7C-42AF-64AA-0652-4DDD29EA9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7104" y="6336792"/>
              <a:ext cx="457200" cy="457200"/>
            </a:xfrm>
            <a:prstGeom prst="rect">
              <a:avLst/>
            </a:prstGeom>
          </p:spPr>
        </p:pic>
        <p:pic>
          <p:nvPicPr>
            <p:cNvPr id="37" name="Picture 36" descr="A blue paper plane on a black background&#10;&#10;AI-generated content may be incorrect.">
              <a:extLst>
                <a:ext uri="{FF2B5EF4-FFF2-40B4-BE49-F238E27FC236}">
                  <a16:creationId xmlns:a16="http://schemas.microsoft.com/office/drawing/2014/main" id="{D7DEC9B7-151A-62A1-89B9-9EEEB9922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9151" y="6336792"/>
              <a:ext cx="457200" cy="457200"/>
            </a:xfrm>
            <a:prstGeom prst="rect">
              <a:avLst/>
            </a:prstGeom>
          </p:spPr>
        </p:pic>
        <p:pic>
          <p:nvPicPr>
            <p:cNvPr id="39" name="Picture 38" descr="A green circle with a white phone in it&#10;&#10;AI-generated content may be incorrect.">
              <a:extLst>
                <a:ext uri="{FF2B5EF4-FFF2-40B4-BE49-F238E27FC236}">
                  <a16:creationId xmlns:a16="http://schemas.microsoft.com/office/drawing/2014/main" id="{93546A37-46AF-8EA0-8622-1BB97FB78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8128" y="6336792"/>
              <a:ext cx="457200" cy="457200"/>
            </a:xfrm>
            <a:prstGeom prst="rect">
              <a:avLst/>
            </a:prstGeom>
          </p:spPr>
        </p:pic>
        <p:pic>
          <p:nvPicPr>
            <p:cNvPr id="41" name="Picture 40" descr="A blue globe with a black background&#10;&#10;AI-generated content may be incorrect.">
              <a:extLst>
                <a:ext uri="{FF2B5EF4-FFF2-40B4-BE49-F238E27FC236}">
                  <a16:creationId xmlns:a16="http://schemas.microsoft.com/office/drawing/2014/main" id="{61E30AB2-A989-0738-FCC4-AFFA4875B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5056" y="6336792"/>
              <a:ext cx="457200" cy="4572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BF2BB14-758D-D0DF-6223-BB579108BB1B}"/>
                </a:ext>
              </a:extLst>
            </p:cNvPr>
            <p:cNvSpPr txBox="1"/>
            <p:nvPr/>
          </p:nvSpPr>
          <p:spPr>
            <a:xfrm>
              <a:off x="1578522" y="6424660"/>
              <a:ext cx="1960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🙋🏻‍♂️Let’s connect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7306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16</Words>
  <Application>Microsoft Office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Salah ahmed</dc:creator>
  <cp:lastModifiedBy>Salah ahmed</cp:lastModifiedBy>
  <cp:revision>2</cp:revision>
  <dcterms:created xsi:type="dcterms:W3CDTF">2025-12-09T06:46:03Z</dcterms:created>
  <dcterms:modified xsi:type="dcterms:W3CDTF">2025-12-10T04:25:30Z</dcterms:modified>
</cp:coreProperties>
</file>